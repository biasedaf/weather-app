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arlow"/>
      <p:regular r:id="rId15"/>
    </p:embeddedFon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45959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WeatherWise: Your 4-Day Forecast App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20993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[Your Name]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80036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weather forecasting solution for better planning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4709" y="5406985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29" y="5414605"/>
            <a:ext cx="331351" cy="331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99528" y="5390793"/>
            <a:ext cx="2130862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Shivein Pise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04835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Motivation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085981"/>
            <a:ext cx="3705463" cy="1612702"/>
          </a:xfrm>
          <a:prstGeom prst="roundRect">
            <a:avLst>
              <a:gd name="adj" fmla="val 1209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74884" y="33025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Gaps in Current Apps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74884" y="3788688"/>
            <a:ext cx="32723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key features users need daily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347" y="3085981"/>
            <a:ext cx="3705463" cy="1612702"/>
          </a:xfrm>
          <a:prstGeom prst="roundRect">
            <a:avLst>
              <a:gd name="adj" fmla="val 1209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96922" y="33025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Forecast Accuracy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96922" y="3788688"/>
            <a:ext cx="32723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 reliable 4-day weather predictions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915257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74884" y="51318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4884" y="5617964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insights improve user experience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117997"/>
            <a:ext cx="694241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WeatherWise: Key Features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39934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2326" y="23993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Current Conditions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288548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Hourly weather updates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3692485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62326" y="36924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4-Day Forecast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2326" y="4178617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temperature and precipitation info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985623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62326" y="49856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2326" y="547175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Intuitive navigation for all users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6278761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462326" y="627876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 Alerts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6764893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Notifications for specific weather events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0565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5986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 APIs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232672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 and limitations analyzed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76474" y="365986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Forecast Models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76474" y="4232672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GFS, NAM model accuracy evaluated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4640" y="365986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UI/UX Practices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4640" y="4232672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trends for weather apps reviewed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12805" y="3659862"/>
            <a:ext cx="288190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Competitor Comparison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2805" y="4588907"/>
            <a:ext cx="288190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Channel, AccuWeather, Weather Underground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646039"/>
            <a:ext cx="628792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WeatherWise: App Demo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2683669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66461" y="2900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Live View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66461" y="338637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current weather conditions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983593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66461" y="420016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Forecast Preview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66461" y="4686300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4-day detailed forecast demonstration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5283518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66461" y="55000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Features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66461" y="5986224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alerts and navigation showcase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5713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4144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Native for cross-platform apps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76474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76474" y="4584144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with Flask framework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4640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4640" y="4584144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MongoDB for flexible storage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12805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 API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2805" y="4584144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OpenWeatherMap for reliable data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23778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913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2326" y="35191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User-Centric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4005263"/>
            <a:ext cx="30014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intuitive, accessible experience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347" y="351913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84363" y="35191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Accurate Forecasts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84363" y="4005263"/>
            <a:ext cx="30014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4-day weather updates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15897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62326" y="5158978"/>
            <a:ext cx="297525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 Gaps Addressed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2326" y="564511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Fills key shortcomings of current apps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49709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Prospects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534722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32032" y="2534722"/>
            <a:ext cx="314479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Smart Device Integration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32032" y="3020854"/>
            <a:ext cx="71400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with home automation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569631" y="3584138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56953" y="35841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Extended Forecast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56953" y="4070271"/>
            <a:ext cx="68151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Aim for 7-day detailed outlooks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94671" y="4633555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81994" y="463355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Personalization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81994" y="5119687"/>
            <a:ext cx="649009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forecasts using AI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219593" y="5682972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06916" y="56829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Hyperlocal Data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706916" y="6169104"/>
            <a:ext cx="616517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microclimate variations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2025-04-20T04:58:22Z</dcterms:created>
  <dcterms:modified xsi:type="dcterms:W3CDTF">2025-04-20T04:58:22Z</dcterms:modified>
</cp:coreProperties>
</file>