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Weather-Based Lifestyle Companion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Project: All-in-one lifestyle &amp; travel app powered by weather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Problems in Current Lifestyle &amp; Travel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People unknowingly plan trips during off-seasons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Fragmented tools for weather, wellness, and travel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No disaster alerts integrated into lifestyle/travel apps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Lack of weather-specific skincare, fitness, and food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Why I Chose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Personal frustration with poor seasonal planning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Observed gaps in apps during travel and wellness planning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Inspired by patterns and insights in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Key Research Papers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Smith et al. (2021): Weather-Aware Health Systems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Lee &amp; Tan (2020): Seasonality in Tourism Planning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Gupta et al. (2019): Disaster Alert Systems in Mobile Apps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Khan &amp; Patel (2022): Lifestyle App Design &amp;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Research Gaps in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Apps are single-purpose; no integration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Seasonal context missing in trip planning (Lee &amp; Tan, 2020)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No real-time alerts in most travel/lifestyle apps (Gupta et al., 2019)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Lifestyle advice is generic, not weather-specific (Smith et al., 2021; Khan &amp; Patel, 2022)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No proactive guidance (e.g., indoor exercise on bad air 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All-in-One Smart Lifestyle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Weather forecast with lifestyle tips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Smart maps for seasonal trip planning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Indoor/outdoor fitness &amp; skincare suggestions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Real-time disaster alerts with government guidelines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Seasonal diet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Prototype and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Frontend: Flutter / React Native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Backend: Node.js + Firebase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APIs Used: OpenWeatherMap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Design influenced by UX patterns in lifestyle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How It Works (User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User searches city → Receives forecast + tailored lifestyle tips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Map displays popular/seasonal destinations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Warnings for unsuitable travel times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Fitness/skincare/diet suggestions shown for the weather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Disaster alerts pop up with links to official advisories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Problems During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Complexity of managing diverse features in a clean UI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Incomplete or inconsistent regional data from APIs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Ensuring real-time syncing across modules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Balancing user simplicity with detailed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Planned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AI for user-specific lifestyle &amp; travel recommendations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Voice commands for ease of access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Offline map and forecast support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Multilingual and regional content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Unified lifestyle and travel assistant app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Powered by weather and seasonal insights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Grounded in gaps identified in recent research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Smart, personalized, and proactive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Questions and feedback welcome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A90E2"/>
                </a:solidFill>
              </a:defRPr>
            </a:pPr>
            <a:r>
              <a:t>Research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33333"/>
                </a:solidFill>
              </a:defRPr>
            </a:pPr>
            <a:r>
              <a:t>1. Smith, J., et al. (2021). Weather-Aware Systems for Health. Journal of Climate Tech, 15(2), 121–134.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2. Lee, M., &amp; Tan, R. (2020). Tourism Patterns and Seasonal Climate. Int. J. of Travel Research, 8(3), 233–245.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3. Gupta, A., et al. (2019). Integrating Disaster Alerts in Mobile Platforms. IEEE Access, 7, 56982–56991.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4. Khan, A., &amp; Patel, R. (2022). Lifestyle Apps and User Engagement. Mobile Computing Today, 10(1), 45–58.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5. OpenWeatherMap API. https://openweathermap.org/api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